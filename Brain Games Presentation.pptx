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88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BB96B-67EC-A513-C7AC-0D9404E5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E8F32-4655-41E3-5CD0-E508C4E1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AC3D2-2430-AADC-6821-BE5FED75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04714684-F07A-1E64-982F-383DE1587ACF}"/>
              </a:ext>
            </a:extLst>
          </p:cNvPr>
          <p:cNvSpPr/>
          <p:nvPr userDrawn="1"/>
        </p:nvSpPr>
        <p:spPr>
          <a:xfrm>
            <a:off x="0" y="0"/>
            <a:ext cx="4317167" cy="685800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4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25FD-CF48-5679-1D60-CB4B69EF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4F61-E61B-ECCA-D56C-BCA28F515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23850-460D-FB29-D0A1-F5A6D925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DBFC3-C043-17E3-1813-8304058C0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3E36D-F546-F574-705B-B815B3DE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91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4D89-232C-3597-70C1-D88ADA50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B8EBD-BC61-D970-9A68-F34E2D0CB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C6130-336A-0EE9-BF33-ED23A7EC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18624-E148-C38E-91FC-1A40BB4FC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2E22-DDE3-4915-E617-F2454972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8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64E9-242B-4CB4-B39A-7F1FF985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FBEEF-3E9F-251A-FF9F-C4769AE6E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701B4-1B19-92FF-94D8-3809F86AE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AB63D-A71D-FA90-F4BD-884E50AF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A99BF-CCCC-0770-0E65-4BC6D395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FDB11-DCF7-F97C-3525-FA91499B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61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4D73-8D2B-0CDD-7EBC-7E20E1F6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D01EF-94F8-89AE-7AAD-62C178B2D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681CA-9F4D-9019-7C87-E41E2A47A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A44CC-345C-DD11-C44A-D61B77EE1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3040B-6900-4667-FD6B-7ABD54913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CE40A-1829-4382-CCC9-8EC60D7A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344C8-BFEB-A0D7-FF17-78D01498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3203E-5BCF-FEDA-9A56-58F7666F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938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BF7A-0714-D0EE-CD94-913EBEF7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913B9E-9684-FF99-F8A5-38DB1A32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44F91-2C56-BA19-2672-1780C1E4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07E54-0B67-3465-1278-FCFD460E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03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7B9E8-0507-0859-E1C7-133716A5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6EE2D-D2BC-AC0F-5061-D388A20F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2F161-80C9-6BED-9D62-F0EEA01A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53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AF131-0F0E-C255-4B9A-A0BAE28E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43A5-10A0-0BBF-550F-C32E1340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76656-E115-61C3-451C-90491C3D2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51B6E-0AF2-DC75-6BFA-E606B93A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3A26-59FB-A36A-E382-B9AD0B9B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F3192-2558-5768-0C92-2C10125C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22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BB75-9477-4301-F91F-C7538379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4911FB-FBED-EA1E-EFF6-99C5D39DE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9E2E8-E31A-48C9-6D87-A8500282A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AB48F-19D9-0F0E-760F-72B03E34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CEB64-ED7B-2524-5551-193C381A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D0194-B7D0-4AFE-C875-4D661A6B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366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112B-F9AF-5E03-EA5A-390E416D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53815-9A92-F3FB-58C8-B7BCE1FCC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DCF67-5829-F4C2-7759-C4E5EECC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072B3-D777-304C-F619-0C612684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DF14C-F66C-C89D-BBBD-BE1B0B7C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80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A6F753-D1DF-F0C8-0F24-34E259081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362A4-A91A-460A-7993-7E976D6D9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BBD2F-B245-CFCE-605E-B415C38D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052C4-EC92-12A0-48AE-46558BBD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AF2A4-2E42-93AA-0675-345EA7DA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3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74DAF-5882-2157-7B86-9368F69D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623B0-FFBF-C4AE-B6BA-376A3C58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007A-7164-5A35-5ACE-7736DE809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FAF27-E351-4F53-AB34-A4F86D3F0AFD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0A833-40AC-7BA6-6040-25960F447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0CD6-B14C-3083-0125-32634D322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C7FB8-3BB5-41DA-A141-22BF15CF97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84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387234" y="631469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/>
              <a:t>Pakistan International School Riyadh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9" y="249807"/>
            <a:ext cx="1393880" cy="13968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9FEED70-B3AF-5C7B-99F3-2F693D360906}"/>
              </a:ext>
            </a:extLst>
          </p:cNvPr>
          <p:cNvSpPr txBox="1">
            <a:spLocks/>
          </p:cNvSpPr>
          <p:nvPr/>
        </p:nvSpPr>
        <p:spPr>
          <a:xfrm>
            <a:off x="2782456" y="2857526"/>
            <a:ext cx="7722331" cy="726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/>
              <a:t>Programmer’s Day</a:t>
            </a:r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5EA24F-BCF2-8254-A13A-316939599EFB}"/>
              </a:ext>
            </a:extLst>
          </p:cNvPr>
          <p:cNvSpPr txBox="1">
            <a:spLocks/>
          </p:cNvSpPr>
          <p:nvPr/>
        </p:nvSpPr>
        <p:spPr>
          <a:xfrm>
            <a:off x="5961150" y="3482827"/>
            <a:ext cx="3517369" cy="726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dirty="0"/>
              <a:t>September 12</a:t>
            </a:r>
            <a:r>
              <a:rPr lang="en-US" sz="2400" baseline="30000" dirty="0"/>
              <a:t>th</a:t>
            </a:r>
            <a:r>
              <a:rPr lang="en-US" sz="2400" dirty="0"/>
              <a:t> 2024</a:t>
            </a:r>
            <a:endParaRPr lang="en-GB" sz="2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E160F5-B3B2-9CD8-52A4-7D9EA1BF1AAB}"/>
              </a:ext>
            </a:extLst>
          </p:cNvPr>
          <p:cNvSpPr txBox="1">
            <a:spLocks/>
          </p:cNvSpPr>
          <p:nvPr/>
        </p:nvSpPr>
        <p:spPr>
          <a:xfrm rot="10800000" flipV="1">
            <a:off x="506764" y="5225923"/>
            <a:ext cx="6641287" cy="4223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B0F0"/>
                </a:solidFill>
              </a:rPr>
              <a:t>Project Name: </a:t>
            </a:r>
            <a:r>
              <a:rPr lang="en-US" sz="3600" dirty="0" smtClean="0"/>
              <a:t>Brain Games</a:t>
            </a:r>
            <a:endParaRPr lang="en-GB" sz="36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CB1DE0-21E2-FA7B-470B-7C61106D4A57}"/>
              </a:ext>
            </a:extLst>
          </p:cNvPr>
          <p:cNvSpPr txBox="1">
            <a:spLocks/>
          </p:cNvSpPr>
          <p:nvPr/>
        </p:nvSpPr>
        <p:spPr>
          <a:xfrm>
            <a:off x="506763" y="5648248"/>
            <a:ext cx="9858531" cy="1030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0B0F0"/>
                </a:solidFill>
              </a:rPr>
              <a:t>Developed By: </a:t>
            </a:r>
            <a:r>
              <a:rPr lang="en-US" sz="2400" dirty="0" smtClean="0"/>
              <a:t>Abdurrahman Jawad &amp; Yahya A.M. Khan </a:t>
            </a:r>
            <a:endParaRPr lang="en-US" sz="2400" dirty="0"/>
          </a:p>
          <a:p>
            <a:r>
              <a:rPr lang="en-US" sz="2400" dirty="0">
                <a:solidFill>
                  <a:srgbClr val="00B0F0"/>
                </a:solidFill>
              </a:rPr>
              <a:t>Class: </a:t>
            </a:r>
            <a:r>
              <a:rPr lang="en-US" sz="2400" dirty="0"/>
              <a:t>XII - C</a:t>
            </a:r>
          </a:p>
        </p:txBody>
      </p:sp>
      <p:pic>
        <p:nvPicPr>
          <p:cNvPr id="1030" name="Picture 6" descr="Programmer Day (@ProgrammerDay) / X">
            <a:extLst>
              <a:ext uri="{FF2B5EF4-FFF2-40B4-BE49-F238E27FC236}">
                <a16:creationId xmlns:a16="http://schemas.microsoft.com/office/drawing/2014/main" id="{61960315-A951-57B6-B985-427D96F37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92" y="2044163"/>
            <a:ext cx="3178694" cy="290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1EC61D1-22DE-1607-F87F-F38934B0EE10}"/>
              </a:ext>
            </a:extLst>
          </p:cNvPr>
          <p:cNvSpPr txBox="1">
            <a:spLocks/>
          </p:cNvSpPr>
          <p:nvPr/>
        </p:nvSpPr>
        <p:spPr>
          <a:xfrm>
            <a:off x="1467481" y="2087466"/>
            <a:ext cx="7722331" cy="726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/>
              <a:t>Coding On</a:t>
            </a:r>
          </a:p>
        </p:txBody>
      </p:sp>
    </p:spTree>
    <p:extLst>
      <p:ext uri="{BB962C8B-B14F-4D97-AF65-F5344CB8AC3E}">
        <p14:creationId xmlns:p14="http://schemas.microsoft.com/office/powerpoint/2010/main" val="9943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57844" y="303216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Programmer’s Day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8" y="169181"/>
            <a:ext cx="922628" cy="924575"/>
          </a:xfrm>
          <a:prstGeom prst="rect">
            <a:avLst/>
          </a:prstGeom>
        </p:spPr>
      </p:pic>
      <p:sp>
        <p:nvSpPr>
          <p:cNvPr id="12" name="AutoShape 2" descr="AdwCleaner-to remove malwares, adware toolbars and unwanted programs.">
            <a:extLst>
              <a:ext uri="{FF2B5EF4-FFF2-40B4-BE49-F238E27FC236}">
                <a16:creationId xmlns:a16="http://schemas.microsoft.com/office/drawing/2014/main" id="{531CE087-3893-FCF9-1CF4-B50B6E40C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0" name="Picture 2" descr="Programmers Day Special: Part 2 - AdTonos">
            <a:extLst>
              <a:ext uri="{FF2B5EF4-FFF2-40B4-BE49-F238E27FC236}">
                <a16:creationId xmlns:a16="http://schemas.microsoft.com/office/drawing/2014/main" id="{956C2678-D8A3-F30F-505B-037D9B393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3516434"/>
            <a:ext cx="5867400" cy="306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A918BC-FE22-B1D4-B084-E772EC95975C}"/>
              </a:ext>
            </a:extLst>
          </p:cNvPr>
          <p:cNvSpPr txBox="1">
            <a:spLocks/>
          </p:cNvSpPr>
          <p:nvPr/>
        </p:nvSpPr>
        <p:spPr>
          <a:xfrm>
            <a:off x="1457844" y="1093756"/>
            <a:ext cx="10389278" cy="2182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GB" sz="1800" b="0" i="0" dirty="0">
                <a:effectLst/>
                <a:latin typeface="SegoeUIVariable"/>
              </a:rPr>
              <a:t>Programmer’s Day is a professional holiday celebrated globally to honour programmers and their contributions to technology. </a:t>
            </a:r>
            <a:r>
              <a:rPr lang="en-GB" sz="1800" b="0" i="0" dirty="0">
                <a:solidFill>
                  <a:srgbClr val="FF0000"/>
                </a:solidFill>
                <a:effectLst/>
                <a:latin typeface="SegoeUIVariable"/>
              </a:rPr>
              <a:t>It falls on the 256th day of the year, chosen because it represents the number of distinct values in an 8-bit byte. </a:t>
            </a:r>
            <a:r>
              <a:rPr lang="en-GB" sz="1800" b="0" i="0" dirty="0">
                <a:effectLst/>
                <a:latin typeface="SegoeUIVariable"/>
              </a:rPr>
              <a:t>The holiday originated in Russia and was officially established in 2009. So, next time you encounter a bug or write code, take a moment to appreciate the programmers who shape our digital world!  </a:t>
            </a:r>
            <a:r>
              <a:rPr lang="en-GB" sz="1800" b="0" i="0" dirty="0">
                <a:solidFill>
                  <a:srgbClr val="FF0000"/>
                </a:solidFill>
                <a:effectLst/>
                <a:latin typeface="SegoeUIVariable"/>
              </a:rPr>
              <a:t>Russian programmers Michael Cherviakov and Valentin Balt chose the day in 2002 because the 256th day of the year. </a:t>
            </a:r>
            <a:r>
              <a:rPr lang="en-GB" sz="1800" b="0" i="0" dirty="0">
                <a:effectLst/>
                <a:latin typeface="SegoeUIVariable"/>
              </a:rPr>
              <a:t>The day honours programmers and innovators who make our lives easier. September 13th is the 256th day of the year.</a:t>
            </a:r>
            <a:endParaRPr lang="en-GB" sz="8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900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57844" y="303216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Specification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8" y="169181"/>
            <a:ext cx="922628" cy="92457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A918BC-FE22-B1D4-B084-E772EC95975C}"/>
              </a:ext>
            </a:extLst>
          </p:cNvPr>
          <p:cNvSpPr txBox="1">
            <a:spLocks/>
          </p:cNvSpPr>
          <p:nvPr/>
        </p:nvSpPr>
        <p:spPr>
          <a:xfrm>
            <a:off x="882785" y="5557229"/>
            <a:ext cx="5048067" cy="5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2400" dirty="0" smtClean="0">
                <a:solidFill>
                  <a:srgbClr val="00B0F0"/>
                </a:solidFill>
                <a:latin typeface="+mn-lt"/>
              </a:rPr>
              <a:t>Application Type: </a:t>
            </a:r>
            <a:r>
              <a:rPr lang="en-US" sz="2400" dirty="0" smtClean="0">
                <a:latin typeface="+mn-lt"/>
              </a:rPr>
              <a:t>Quizzical </a:t>
            </a:r>
            <a:endParaRPr lang="en-GB" sz="2400" dirty="0"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2FEA366-6477-FE4A-A554-F15A93916069}"/>
              </a:ext>
            </a:extLst>
          </p:cNvPr>
          <p:cNvSpPr txBox="1">
            <a:spLocks/>
          </p:cNvSpPr>
          <p:nvPr/>
        </p:nvSpPr>
        <p:spPr>
          <a:xfrm>
            <a:off x="874533" y="4374455"/>
            <a:ext cx="11287485" cy="5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00B0F0"/>
                </a:solidFill>
                <a:latin typeface="+mn-lt"/>
              </a:rPr>
              <a:t>Programming Language: </a:t>
            </a:r>
            <a:r>
              <a:rPr lang="en-US" sz="2400" dirty="0">
                <a:latin typeface="+mn-lt"/>
              </a:rPr>
              <a:t>HTML, CSS, Java-Script</a:t>
            </a:r>
            <a:endParaRPr lang="en-GB" sz="2400" dirty="0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801D8FF-57F3-BDA1-D151-A573B677B8A9}"/>
              </a:ext>
            </a:extLst>
          </p:cNvPr>
          <p:cNvSpPr txBox="1">
            <a:spLocks/>
          </p:cNvSpPr>
          <p:nvPr/>
        </p:nvSpPr>
        <p:spPr>
          <a:xfrm>
            <a:off x="874533" y="4965842"/>
            <a:ext cx="5425322" cy="5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00B0F0"/>
                </a:solidFill>
                <a:latin typeface="+mn-lt"/>
              </a:rPr>
              <a:t>IDE Software: </a:t>
            </a:r>
            <a:r>
              <a:rPr lang="en-US" sz="2400" dirty="0">
                <a:latin typeface="+mn-lt"/>
              </a:rPr>
              <a:t>Visual Studio Code</a:t>
            </a:r>
            <a:endParaRPr lang="en-GB" sz="2400" dirty="0">
              <a:latin typeface="+mn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DE5BCB-0C56-19DF-50AD-1982149FCCE8}"/>
              </a:ext>
            </a:extLst>
          </p:cNvPr>
          <p:cNvSpPr txBox="1">
            <a:spLocks/>
          </p:cNvSpPr>
          <p:nvPr/>
        </p:nvSpPr>
        <p:spPr>
          <a:xfrm>
            <a:off x="874533" y="1188704"/>
            <a:ext cx="5048067" cy="2793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GB" sz="2000" b="1" u="sng" dirty="0" smtClean="0">
                <a:latin typeface="+mn-lt"/>
              </a:rPr>
              <a:t>Brain Games</a:t>
            </a:r>
            <a:r>
              <a:rPr lang="en-GB" sz="2000" b="0" i="0" u="sng" dirty="0">
                <a:effectLst/>
                <a:latin typeface="+mn-lt"/>
              </a:rPr>
              <a:t> is a free </a:t>
            </a:r>
            <a:r>
              <a:rPr lang="en-GB" sz="2000" u="sng" dirty="0" smtClean="0">
                <a:latin typeface="+mn-lt"/>
              </a:rPr>
              <a:t>website</a:t>
            </a:r>
            <a:r>
              <a:rPr lang="en-GB" sz="2000" b="0" i="0" u="sng" dirty="0" smtClean="0">
                <a:effectLst/>
                <a:latin typeface="+mn-lt"/>
              </a:rPr>
              <a:t> </a:t>
            </a:r>
            <a:r>
              <a:rPr lang="en-GB" sz="2000" b="0" i="0" u="sng" dirty="0">
                <a:effectLst/>
                <a:latin typeface="+mn-lt"/>
              </a:rPr>
              <a:t>that </a:t>
            </a:r>
            <a:r>
              <a:rPr lang="en-GB" sz="2000" u="sng" dirty="0" smtClean="0">
                <a:latin typeface="+mn-lt"/>
              </a:rPr>
              <a:t>helps you improve your Intelligence and problem solving techniques with an easy-to-use interface</a:t>
            </a:r>
            <a:r>
              <a:rPr lang="en-GB" sz="2000" b="0" i="0" u="sng" dirty="0" smtClean="0">
                <a:effectLst/>
                <a:latin typeface="+mn-lt"/>
              </a:rPr>
              <a:t>. You are to give answers within a limited period of time.</a:t>
            </a:r>
            <a:endParaRPr lang="en-GB" sz="4800" u="sng" dirty="0">
              <a:latin typeface="+mn-lt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2FEA366-6477-FE4A-A554-F15A93916069}"/>
              </a:ext>
            </a:extLst>
          </p:cNvPr>
          <p:cNvSpPr txBox="1">
            <a:spLocks/>
          </p:cNvSpPr>
          <p:nvPr/>
        </p:nvSpPr>
        <p:spPr>
          <a:xfrm>
            <a:off x="344878" y="3688590"/>
            <a:ext cx="5425322" cy="5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2400" b="1" dirty="0">
                <a:latin typeface="+mn-lt"/>
              </a:rPr>
              <a:t>Tools Used: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2FEA366-6477-FE4A-A554-F15A93916069}"/>
              </a:ext>
            </a:extLst>
          </p:cNvPr>
          <p:cNvSpPr txBox="1">
            <a:spLocks/>
          </p:cNvSpPr>
          <p:nvPr/>
        </p:nvSpPr>
        <p:spPr>
          <a:xfrm>
            <a:off x="344878" y="1144385"/>
            <a:ext cx="5425322" cy="5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20000"/>
              </a:lnSpc>
            </a:pPr>
            <a:r>
              <a:rPr lang="en-US" sz="2400" b="1" dirty="0">
                <a:latin typeface="+mn-lt"/>
              </a:rPr>
              <a:t>About: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328" y="994480"/>
            <a:ext cx="4178515" cy="51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368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57844" y="303216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Features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8" y="169181"/>
            <a:ext cx="922628" cy="9245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2FEA366-6477-FE4A-A554-F15A93916069}"/>
              </a:ext>
            </a:extLst>
          </p:cNvPr>
          <p:cNvSpPr txBox="1">
            <a:spLocks/>
          </p:cNvSpPr>
          <p:nvPr/>
        </p:nvSpPr>
        <p:spPr>
          <a:xfrm>
            <a:off x="344878" y="1767957"/>
            <a:ext cx="4849129" cy="3492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IQ Trainer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Math Puzzles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Critical Thinking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Computer Related Quizzes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Problem Thinking</a:t>
            </a:r>
            <a:endParaRPr lang="en-GB" sz="280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119" y="631468"/>
            <a:ext cx="2411770" cy="297882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410521" y="3933541"/>
            <a:ext cx="5539307" cy="26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24052" y="269872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/>
              <a:t>Screenshots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8" y="169181"/>
            <a:ext cx="922628" cy="924575"/>
          </a:xfrm>
          <a:prstGeom prst="rect">
            <a:avLst/>
          </a:prstGeom>
        </p:spPr>
      </p:pic>
      <p:sp>
        <p:nvSpPr>
          <p:cNvPr id="12" name="AutoShape 2" descr="AdwCleaner-to remove malwares, adware toolbars and unwanted programs.">
            <a:extLst>
              <a:ext uri="{FF2B5EF4-FFF2-40B4-BE49-F238E27FC236}">
                <a16:creationId xmlns:a16="http://schemas.microsoft.com/office/drawing/2014/main" id="{531CE087-3893-FCF9-1CF4-B50B6E40C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631468"/>
            <a:ext cx="5761691" cy="26130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06" y="1093756"/>
            <a:ext cx="3989445" cy="37061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351" y="3581400"/>
            <a:ext cx="5454965" cy="308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013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57844" y="303216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/>
              <a:t>Team Members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8" y="169181"/>
            <a:ext cx="922628" cy="9245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2FEA366-6477-FE4A-A554-F15A93916069}"/>
              </a:ext>
            </a:extLst>
          </p:cNvPr>
          <p:cNvSpPr txBox="1">
            <a:spLocks/>
          </p:cNvSpPr>
          <p:nvPr/>
        </p:nvSpPr>
        <p:spPr>
          <a:xfrm>
            <a:off x="1032388" y="4566803"/>
            <a:ext cx="4729316" cy="725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800" dirty="0" smtClean="0"/>
              <a:t>Abdurrahman Jawad</a:t>
            </a:r>
            <a:endParaRPr lang="en-GB" sz="2800" dirty="0"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12450D-2331-0374-BC75-39B6FAA2CF3E}"/>
              </a:ext>
            </a:extLst>
          </p:cNvPr>
          <p:cNvSpPr txBox="1">
            <a:spLocks/>
          </p:cNvSpPr>
          <p:nvPr/>
        </p:nvSpPr>
        <p:spPr>
          <a:xfrm>
            <a:off x="8110244" y="4566803"/>
            <a:ext cx="2880099" cy="725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800" dirty="0" smtClean="0"/>
              <a:t>Yahya A.M. Khan</a:t>
            </a:r>
            <a:endParaRPr lang="en-GB" sz="2800" dirty="0">
              <a:latin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7C888CB-FF3A-D2C9-E513-77F42D566F65}"/>
              </a:ext>
            </a:extLst>
          </p:cNvPr>
          <p:cNvSpPr txBox="1">
            <a:spLocks/>
          </p:cNvSpPr>
          <p:nvPr/>
        </p:nvSpPr>
        <p:spPr>
          <a:xfrm>
            <a:off x="2896829" y="5531653"/>
            <a:ext cx="7722331" cy="542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Project Coding Time Spent: 36 Hours</a:t>
            </a:r>
            <a:endParaRPr lang="en-GB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28" y="1120612"/>
            <a:ext cx="3242273" cy="366696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400" y="1120612"/>
            <a:ext cx="3651205" cy="34461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1776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082434" y="1093756"/>
            <a:ext cx="7722331" cy="54291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Organized by:</a:t>
            </a:r>
            <a:endParaRPr lang="en-GB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616DC-2B78-81FE-134E-28CA4850C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78" y="169181"/>
            <a:ext cx="922628" cy="924575"/>
          </a:xfrm>
          <a:prstGeom prst="rect">
            <a:avLst/>
          </a:prstGeom>
        </p:spPr>
      </p:pic>
      <p:sp>
        <p:nvSpPr>
          <p:cNvPr id="12" name="AutoShape 2" descr="AdwCleaner-to remove malwares, adware toolbars and unwanted programs.">
            <a:extLst>
              <a:ext uri="{FF2B5EF4-FFF2-40B4-BE49-F238E27FC236}">
                <a16:creationId xmlns:a16="http://schemas.microsoft.com/office/drawing/2014/main" id="{531CE087-3893-FCF9-1CF4-B50B6E40C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7C888CB-FF3A-D2C9-E513-77F42D566F65}"/>
              </a:ext>
            </a:extLst>
          </p:cNvPr>
          <p:cNvSpPr txBox="1">
            <a:spLocks/>
          </p:cNvSpPr>
          <p:nvPr/>
        </p:nvSpPr>
        <p:spPr>
          <a:xfrm>
            <a:off x="2234834" y="1814732"/>
            <a:ext cx="7722331" cy="17666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Computer Department </a:t>
            </a:r>
          </a:p>
          <a:p>
            <a:pPr algn="ctr"/>
            <a:r>
              <a:rPr lang="en-US" sz="3200" dirty="0"/>
              <a:t>High School Boys, PISR</a:t>
            </a:r>
            <a:endParaRPr lang="en-GB" sz="32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C888CB-FF3A-D2C9-E513-77F42D566F65}"/>
              </a:ext>
            </a:extLst>
          </p:cNvPr>
          <p:cNvSpPr txBox="1">
            <a:spLocks/>
          </p:cNvSpPr>
          <p:nvPr/>
        </p:nvSpPr>
        <p:spPr>
          <a:xfrm>
            <a:off x="1906588" y="3581400"/>
            <a:ext cx="7722331" cy="992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0B0F0"/>
                </a:solidFill>
              </a:rPr>
              <a:t>Supporting Teachers: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7C888CB-FF3A-D2C9-E513-77F42D566F65}"/>
              </a:ext>
            </a:extLst>
          </p:cNvPr>
          <p:cNvSpPr txBox="1">
            <a:spLocks/>
          </p:cNvSpPr>
          <p:nvPr/>
        </p:nvSpPr>
        <p:spPr>
          <a:xfrm>
            <a:off x="5767754" y="4533186"/>
            <a:ext cx="4189411" cy="17666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Muhammad Nasim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Inam Cheema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Faisal Anis</a:t>
            </a:r>
          </a:p>
        </p:txBody>
      </p:sp>
    </p:spTree>
    <p:extLst>
      <p:ext uri="{BB962C8B-B14F-4D97-AF65-F5344CB8AC3E}">
        <p14:creationId xmlns:p14="http://schemas.microsoft.com/office/powerpoint/2010/main" val="389413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0B01-99E8-FAF9-CAB9-A04E91FFF59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06369" y="3137172"/>
            <a:ext cx="7722331" cy="542913"/>
          </a:xfrm>
        </p:spPr>
        <p:txBody>
          <a:bodyPr>
            <a:noAutofit/>
          </a:bodyPr>
          <a:lstStyle/>
          <a:p>
            <a:r>
              <a:rPr lang="en-US" sz="8000" dirty="0"/>
              <a:t>Thank You</a:t>
            </a:r>
            <a:endParaRPr lang="en-GB" sz="8000" dirty="0"/>
          </a:p>
        </p:txBody>
      </p:sp>
      <p:sp>
        <p:nvSpPr>
          <p:cNvPr id="12" name="AutoShape 2" descr="AdwCleaner-to remove malwares, adware toolbars and unwanted programs.">
            <a:extLst>
              <a:ext uri="{FF2B5EF4-FFF2-40B4-BE49-F238E27FC236}">
                <a16:creationId xmlns:a16="http://schemas.microsoft.com/office/drawing/2014/main" id="{531CE087-3893-FCF9-1CF4-B50B6E40C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8701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113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SegoeUIVariable</vt:lpstr>
      <vt:lpstr>Trebuchet MS</vt:lpstr>
      <vt:lpstr>Wingdings</vt:lpstr>
      <vt:lpstr>Office Theme</vt:lpstr>
      <vt:lpstr>Pakistan International School Riyadh</vt:lpstr>
      <vt:lpstr>About Programmer’s Day</vt:lpstr>
      <vt:lpstr>Project Specification</vt:lpstr>
      <vt:lpstr>Project Features</vt:lpstr>
      <vt:lpstr>Screenshots</vt:lpstr>
      <vt:lpstr>Team Members</vt:lpstr>
      <vt:lpstr>Organized by: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Pakistan International School Riyadh</dc:title>
  <dc:creator>FAISAL ANIS</dc:creator>
  <cp:lastModifiedBy>MBCS</cp:lastModifiedBy>
  <cp:revision>27</cp:revision>
  <dcterms:created xsi:type="dcterms:W3CDTF">2024-09-08T05:52:10Z</dcterms:created>
  <dcterms:modified xsi:type="dcterms:W3CDTF">2024-09-14T16:43:17Z</dcterms:modified>
</cp:coreProperties>
</file>